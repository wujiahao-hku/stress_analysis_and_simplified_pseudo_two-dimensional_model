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94130"/>
            <a:ext cx="5011420" cy="3341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828" y="940753"/>
            <a:ext cx="2957195" cy="1969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693" y="936943"/>
            <a:ext cx="2952115" cy="1972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905" y="3823335"/>
            <a:ext cx="295529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568" y="3823335"/>
            <a:ext cx="2893695" cy="1925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285740" y="2968625"/>
            <a:ext cx="630682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1066800" algn="l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tabLst>
                <a:tab pos="1676400" algn="l"/>
              </a:tabLs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25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电压响应分析图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       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26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浓度分布动态变化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59525" y="596804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1270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27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机械应力变化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图 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             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28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误差百分比变化图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3535" y="505364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1270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23 UDDS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和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US06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的电流图（统一取前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625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个时间步）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9"/>
          <p:cNvPicPr>
            <a:picLocks noChangeAspect="1"/>
          </p:cNvPicPr>
          <p:nvPr/>
        </p:nvPicPr>
        <p:blipFill>
          <a:blip r:embed="rId1"/>
          <a:srcRect r="57621"/>
          <a:stretch>
            <a:fillRect/>
          </a:stretch>
        </p:blipFill>
        <p:spPr>
          <a:xfrm>
            <a:off x="263525" y="720090"/>
            <a:ext cx="4252595" cy="4959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062220" y="234950"/>
          <a:ext cx="6061710" cy="6414770"/>
        </p:xfrm>
        <a:graphic>
          <a:graphicData uri="http://schemas.openxmlformats.org/drawingml/2006/table">
            <a:tbl>
              <a:tblPr/>
              <a:tblGrid>
                <a:gridCol w="991235"/>
                <a:gridCol w="1061085"/>
                <a:gridCol w="1038860"/>
                <a:gridCol w="1456055"/>
                <a:gridCol w="1514475"/>
              </a:tblGrid>
              <a:tr h="544830">
                <a:tc>
                  <a:txBody>
                    <a:bodyPr/>
                    <a:p>
                      <a:pPr marL="0" indent="0" algn="ctr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性能指标</a:t>
                      </a:r>
                      <a:endParaRPr 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UDDS</a:t>
                      </a:r>
                      <a:r>
                        <a:rPr lang="zh-CN" alt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工况</a:t>
                      </a:r>
                      <a:endParaRPr lang="zh-CN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SP2D</a:t>
                      </a:r>
                      <a:r>
                        <a:rPr lang="zh-CN" alt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US06</a:t>
                      </a:r>
                      <a:r>
                        <a:rPr lang="zh-CN" alt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工况（</a:t>
                      </a:r>
                      <a:r>
                        <a:rPr lang="en-US" alt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SP2D</a:t>
                      </a:r>
                      <a:r>
                        <a:rPr lang="zh-CN" alt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对比</a:t>
                      </a:r>
                      <a:r>
                        <a:rPr lang="en-US" alt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P2D</a:t>
                      </a:r>
                      <a:r>
                        <a:rPr lang="zh-CN" alt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模型</a:t>
                      </a:r>
                      <a:endParaRPr lang="zh-CN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差异性分析</a:t>
                      </a:r>
                      <a:endParaRPr 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759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平均电压误差</a:t>
                      </a:r>
                      <a:endParaRPr 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0.0123 V 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(0.047%)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0.0027 V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(0.066%)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误差均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&lt;0.1%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，精度与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P2D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一致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US06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电压波动范围窄，绝对误差更小；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UDDS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误差稍高但可忽略。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918210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平均浓度误差</a:t>
                      </a:r>
                      <a:endParaRPr 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12.83 mol/m³ 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(0.044%)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5.68 mol/m³ (0.019%)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误差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&lt;0.05%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接近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P2D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精度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US06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动态负载稳定，误差更低；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UDDS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因瞬态变化略高。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77595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平均应力误差</a:t>
                      </a:r>
                      <a:endParaRPr 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29,993 Pa 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(12.44%)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23,803 Pa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(2.37%)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UDDS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误差显著高于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P2D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US06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可接受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US06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持续负载误差低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；而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UDDS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误差峰值达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-15%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，因忽略瞬态松弛机制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。</a:t>
                      </a:r>
                      <a:endParaRPr 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8170">
                <a:tc>
                  <a:txBody>
                    <a:bodyPr/>
                    <a:p>
                      <a:pPr marL="0" indent="0" algn="ctr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计算时间</a:t>
                      </a:r>
                      <a:endParaRPr 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2.6699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</a:t>
                      </a:r>
                      <a:b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P2D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21.21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秒）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0.94499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</a:t>
                      </a:r>
                      <a:endParaRPr 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P2D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9.09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秒）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均比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P2D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快接近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90%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效率提升显著，</a:t>
                      </a:r>
                      <a:endParaRPr 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适合实时应用。</a:t>
                      </a:r>
                      <a:endParaRPr 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7535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153035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优势领域</a:t>
                      </a:r>
                      <a:endParaRPr 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电压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浓度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预测高效可靠</a:t>
                      </a:r>
                      <a:endParaRPr 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动态工况下</a:t>
                      </a:r>
                      <a:endParaRPr 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全面稳定</a:t>
                      </a:r>
                      <a:endParaRPr 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电压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浓度精度持平，效率远胜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SP2D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适用于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SOC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估算、</a:t>
                      </a: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电池健康监测。</a:t>
                      </a:r>
                      <a:endParaRPr 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97635"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局限性</a:t>
                      </a:r>
                      <a:endParaRPr lang="zh-CN" sz="1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应力误差高</a:t>
                      </a:r>
                      <a:endParaRPr 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12.46%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应力误差低（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2.37%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UDDS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工况下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P2D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更可靠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应力误差主因：模型简化忽略非线性力学及跨尺度耦合（例如</a:t>
                      </a:r>
                      <a:r>
                        <a:rPr lang="en-US" altLang="zh-CN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SEI</a:t>
                      </a:r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层粘弹性行为）。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780" y="829945"/>
            <a:ext cx="5274945" cy="43256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25" y="958850"/>
            <a:ext cx="4801235" cy="43929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8805" y="189230"/>
            <a:ext cx="3436620" cy="23698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020" y="382270"/>
            <a:ext cx="3972560" cy="46113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535" y="382270"/>
            <a:ext cx="4381500" cy="42824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95" y="2752090"/>
            <a:ext cx="3491865" cy="39566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3368040"/>
            <a:ext cx="3491230" cy="26276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10" y="325120"/>
            <a:ext cx="3029585" cy="28073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260" y="882650"/>
            <a:ext cx="4062730" cy="43256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990" y="764540"/>
            <a:ext cx="4358640" cy="50825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33700" y="1572895"/>
            <a:ext cx="6460490" cy="4759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94860" y="691515"/>
            <a:ext cx="3138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/>
              <a:t>Northrop</a:t>
            </a:r>
            <a:r>
              <a:rPr lang="zh-CN" altLang="en-US"/>
              <a:t>电池</a:t>
            </a:r>
            <a:r>
              <a:rPr lang="zh-CN" altLang="en-US"/>
              <a:t>跑不通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TABLE_ENDDRAG_ORIGIN_RECT" val="378*489"/>
  <p:tag name="TABLE_ENDDRAG_RECT" val="545*38*378*489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WPS 演示</Application>
  <PresentationFormat>宽屏</PresentationFormat>
  <Paragraphs>112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吴家豪卐</cp:lastModifiedBy>
  <cp:revision>159</cp:revision>
  <dcterms:created xsi:type="dcterms:W3CDTF">2019-06-19T02:08:00Z</dcterms:created>
  <dcterms:modified xsi:type="dcterms:W3CDTF">2025-04-26T06:20:32Z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84ED94C75C35455A811E468D9BA19D88_11</vt:lpwstr>
  </property>
</Properties>
</file>